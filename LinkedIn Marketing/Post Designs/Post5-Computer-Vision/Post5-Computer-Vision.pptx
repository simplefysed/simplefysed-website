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 i="0">
                <a:solidFill>
                  <a:srgbClr val="FFFFFF"/>
                </a:solidFill>
                <a:latin typeface="Arial"/>
              </a:defRPr>
            </a:pPr>
            <a:r>
              <a:t>The AI</a:t>
            </a:r>
            <a:br/>
            <a:r>
              <a:t>Revolution</a:t>
            </a:r>
            <a:br/>
            <a:r>
              <a:t>Hiding in</a:t>
            </a:r>
            <a:br/>
            <a:r>
              <a:t>Plain 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Computer vision doesn't get the headlines</a:t>
            </a:r>
            <a:br/>
            <a:r>
              <a:t>that ChatGPT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But it's transforming industries faster</a:t>
            </a:r>
            <a:br/>
            <a:r>
              <a:t>than most people realize.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D4FF"/>
                </a:solidFill>
                <a:latin typeface="Arial"/>
              </a:defRPr>
            </a:pPr>
            <a:r>
              <a:t>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Real-time defect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00D4FF"/>
                </a:solidFill>
                <a:latin typeface="Arial"/>
              </a:defRPr>
            </a:pPr>
            <a:r>
              <a:t>99.9%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4864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FFFFFF"/>
                </a:solidFill>
                <a:latin typeface="Arial"/>
              </a:defRPr>
            </a:pPr>
            <a:r>
              <a:t>accuracy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Catching defects human eyes miss,</a:t>
            </a:r>
            <a:br/>
            <a:r>
              <a:t>at speeds no inspection team can 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D4FF"/>
                </a:solidFill>
                <a:latin typeface="Arial"/>
              </a:defRPr>
            </a:pPr>
            <a:r>
              <a:t>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Diagnostic imaging that catches</a:t>
            </a:r>
            <a:br/>
            <a:r>
              <a:t>what human eyes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Early cancer detection</a:t>
            </a:r>
            <a:br/>
            <a:r>
              <a:t>Radiology analysis</a:t>
            </a:r>
            <a:br/>
            <a:r>
              <a:t>Pathology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Machine precision + human judgment</a:t>
            </a:r>
            <a:br/>
            <a:r>
              <a:t>= better patient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D4FF"/>
                </a:solidFill>
                <a:latin typeface="Arial"/>
              </a:defRPr>
            </a:pPr>
            <a:r>
              <a:t>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Automated inventory tracking</a:t>
            </a:r>
            <a:br/>
            <a:r>
              <a:t>across thousands of SKUs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Real-time stock levels</a:t>
            </a:r>
            <a:br/>
            <a:r>
              <a:t>Shelf compliance monitoring</a:t>
            </a:r>
            <a:br/>
            <a:r>
              <a:t>Shrinkage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No more manual counts.</a:t>
            </a:r>
            <a:br/>
            <a:r>
              <a:t>No more stockouts.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D4FF"/>
                </a:solidFill>
                <a:latin typeface="Arial"/>
              </a:defRPr>
            </a:pPr>
            <a:r>
              <a:t>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Crop health monitoring</a:t>
            </a:r>
            <a:br/>
            <a:r>
              <a:t>via drone imagery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Disease detection</a:t>
            </a:r>
            <a:br/>
            <a:r>
              <a:t>Yield prediction</a:t>
            </a:r>
            <a:br/>
            <a:r>
              <a:t>Irrigation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Eyes in the sky that see what</a:t>
            </a:r>
            <a:br/>
            <a:r>
              <a:t>farmers on the ground can't.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D4FF"/>
                </a:solidFill>
                <a:latin typeface="Arial"/>
              </a:defRPr>
            </a:pPr>
            <a:r>
              <a:t>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Package sorting and</a:t>
            </a:r>
            <a:br/>
            <a:r>
              <a:t>damage detection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Automated sorting</a:t>
            </a:r>
            <a:br/>
            <a:r>
              <a:t>Quality control</a:t>
            </a:r>
            <a:br/>
            <a:r>
              <a:t>Label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Warehouse operations running 24/7</a:t>
            </a:r>
            <a:br/>
            <a:r>
              <a:t>with machine-level consistency.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The Common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Arial"/>
              </a:defRPr>
            </a:pPr>
            <a:r>
              <a:t>Tasks that require human eyes,</a:t>
            </a:r>
            <a:br/>
            <a:r>
              <a:t>operating at machine speed.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The technology is mature enough</a:t>
            </a:r>
            <a:br/>
            <a:r>
              <a:t>for production. CNNs, transfer learning,</a:t>
            </a:r>
            <a:br/>
            <a:r>
              <a:t>edge inference — all battle-tested.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 i="0">
                <a:solidFill>
                  <a:srgbClr val="9C9CA1"/>
                </a:solidFill>
                <a:latin typeface="Arial"/>
              </a:defRPr>
            </a:pPr>
            <a:r>
              <a:t>The barrier isn't</a:t>
            </a:r>
            <a:br/>
            <a:r>
              <a:t>technology anymore.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0"/>
            <a:ext cx="9144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858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00D4FF"/>
                </a:solidFill>
                <a:latin typeface="Arial"/>
              </a:defRPr>
            </a:pPr>
            <a:r>
              <a:t>It's imagination.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FFFFFF"/>
                </a:solidFill>
                <a:latin typeface="Arial"/>
              </a:defRPr>
            </a:pPr>
            <a:r>
              <a:t>What could you automate if machines could see?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Computer vision is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Every industry has visual processes to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The technology is mature (CNNs, edge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Early adopters gain competitive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What visual process in</a:t>
            </a:r>
            <a:br/>
            <a:r>
              <a:t>your industry could be</a:t>
            </a:r>
            <a:br/>
            <a:r>
              <a:t>automated?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7315200"/>
            <a:ext cx="4572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Share your ideas below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💬 Drop your answer in the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🔖 Save this for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52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👤 Follow for more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