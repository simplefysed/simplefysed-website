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1">
                <a:solidFill>
                  <a:srgbClr val="FFFFFF"/>
                </a:solidFill>
                <a:latin typeface="Arial"/>
              </a:defRPr>
            </a:pPr>
            <a:r>
              <a:t>In 2025, AI was your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1">
                <a:solidFill>
                  <a:srgbClr val="00D4FF"/>
                </a:solidFill>
                <a:latin typeface="Arial"/>
              </a:defRPr>
            </a:pPr>
            <a:r>
              <a:t>Assistant.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384048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1">
                <a:solidFill>
                  <a:srgbClr val="FFFFFF"/>
                </a:solidFill>
                <a:latin typeface="Arial"/>
              </a:defRPr>
            </a:pPr>
            <a:r>
              <a:t>In 2026, AI is your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1">
                <a:solidFill>
                  <a:srgbClr val="00D4FF"/>
                </a:solidFill>
                <a:latin typeface="Arial"/>
              </a:defRPr>
            </a:pPr>
            <a:r>
              <a:t>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This isn't semantics. The shift from "copilot" to</a:t>
            </a:r>
            <a:br/>
            <a:r>
              <a:t>autonomous collaborator changes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9C9CA1"/>
                </a:solidFill>
                <a:latin typeface="Arial"/>
              </a:defRPr>
            </a:pPr>
            <a:r>
              <a:t>AI isn't a feature anymore.</a:t>
            </a:r>
            <a:br/>
            <a:r>
              <a:t>It's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The companies investing in AI-native</a:t>
            </a:r>
            <a:br/>
            <a:r>
              <a:t>architecture today aren't just gaining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Arial"/>
              </a:defRPr>
            </a:pPr>
            <a:r>
              <a:t>They're building a moat that competitors</a:t>
            </a:r>
            <a:br/>
            <a:r>
              <a:t>without AI simply can't cross.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What We're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AI document processing replacing 90% of manual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Predictive models cutting logistics costs by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Self-healing systems that detect and recover from failures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858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These aren't experiments. They're production systems</a:t>
            </a:r>
            <a:br/>
            <a:r>
              <a:t>delivering measurable ROI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of enterprise applications will embed</a:t>
            </a:r>
            <a:br/>
            <a:r>
              <a:t>task-specific AI agents by end of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This represents a fundamental shift in how</a:t>
            </a:r>
            <a:br/>
            <a:r>
              <a:t>software is designed and deployed.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Gartner,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9C9CA1"/>
                </a:solidFill>
                <a:latin typeface="Arial"/>
              </a:defRPr>
            </a:pPr>
            <a:r>
              <a:t>The question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1">
                <a:solidFill>
                  <a:srgbClr val="FFFFFF"/>
                </a:solidFill>
                <a:latin typeface="Arial"/>
              </a:defRPr>
            </a:pPr>
            <a:r>
              <a:t>"Should we use AI?"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9C9CA1"/>
                </a:solidFill>
                <a:latin typeface="Arial"/>
              </a:defRPr>
            </a:pPr>
            <a:r>
              <a:t>It's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00D4FF"/>
                </a:solidFill>
                <a:latin typeface="Arial"/>
              </a:defRPr>
            </a:pPr>
            <a:r>
              <a:t>"How far behind are we</a:t>
            </a:r>
            <a:br/>
            <a:r>
              <a:t>if we don't?"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4444"/>
                </a:solidFill>
                <a:latin typeface="Arial"/>
              </a:defRPr>
            </a:pPr>
            <a:r>
              <a:t>AI as a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Add-on capability</a:t>
            </a:r>
            <a:br/>
            <a:r>
              <a:t>Nice to have</a:t>
            </a:r>
            <a:br/>
            <a:r>
              <a:t>Isolated use cases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029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5943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00D4FF"/>
                </a:solidFill>
                <a:latin typeface="Arial"/>
              </a:defRPr>
            </a:pPr>
            <a:r>
              <a:t>AI as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15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Core architecture decision</a:t>
            </a:r>
            <a:br/>
            <a:r>
              <a:t>Competitive necessity</a:t>
            </a:r>
            <a:br/>
            <a:r>
              <a:t>Embedded in every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The difference determines your trajectory.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Fortune 500: 400% ROI on document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Logistics: 30% cost reduction via predictive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Manufacturing: 99.9% defect detection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Healthcare: Diagnostic imaging at machine speed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7315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These results come from AI-native design,</a:t>
            </a:r>
            <a:br/>
            <a:r>
              <a:t>not AI bolted onto legacy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AI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Companies that invest in AI-native</a:t>
            </a:r>
            <a:br/>
            <a:r>
              <a:t>architecture today are building</a:t>
            </a:r>
            <a:br/>
            <a:r>
              <a:t>something competitors can't easily cross.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D4FF"/>
                </a:solidFill>
                <a:latin typeface="Arial"/>
              </a:defRPr>
            </a:pPr>
            <a:r>
              <a:t>It's not about being first.</a:t>
            </a:r>
            <a:br/>
            <a:r>
              <a:t>It's about being foundational.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The gap widens every quarter you wait.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AI has shifted from feature to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40% of enterprise apps will embed AI agents by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Early adopters are building unassailable moats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The cost of waiting grows exponentially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What's the most impactful</a:t>
            </a:r>
            <a:br/>
            <a:r>
              <a:t>AI implementation you've</a:t>
            </a:r>
            <a:br/>
            <a:r>
              <a:t>seen this year?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experience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