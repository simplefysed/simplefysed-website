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4FF"/>
                </a:solidFill>
                <a:latin typeface="Arial"/>
              </a:defRPr>
            </a:pPr>
            <a:r>
              <a:t>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9C9CA1"/>
                </a:solidFill>
                <a:latin typeface="Arial"/>
              </a:defRPr>
            </a:pPr>
            <a:r>
              <a:t>2024: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FFFFFF"/>
                </a:solidFill>
                <a:latin typeface="Arial"/>
              </a:defRPr>
            </a:pPr>
            <a:r>
              <a:t>AI answers your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9C9CA1"/>
                </a:solidFill>
                <a:latin typeface="Arial"/>
              </a:defRPr>
            </a:pPr>
            <a:r>
              <a:t>2025: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657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FFFFFF"/>
                </a:solidFill>
                <a:latin typeface="Arial"/>
              </a:defRPr>
            </a:pPr>
            <a:r>
              <a:t>AI helps you write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00D4FF"/>
                </a:solidFill>
                <a:latin typeface="Arial"/>
              </a:defRPr>
            </a:pPr>
            <a:r>
              <a:t>2026: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Arial"/>
              </a:defRPr>
            </a:pPr>
            <a:r>
              <a:t>AI plans, executes, and</a:t>
            </a:r>
            <a:br/>
            <a:r>
              <a:t>optimizes independently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7772400"/>
            <a:ext cx="9144000" cy="0"/>
          </a:xfrm>
          <a:prstGeom prst="line">
            <a:avLst/>
          </a:prstGeom>
          <a:ln w="12700">
            <a:solidFill>
              <a:srgbClr val="9C9C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8686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rial"/>
              </a:defRPr>
            </a:pPr>
            <a:r>
              <a:t>Agentic AI is the biggest shift in enterprise</a:t>
            </a:r>
            <a:br/>
            <a:r>
              <a:t>software since cloud computing.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These aren't chatbots</a:t>
            </a:r>
            <a:br/>
            <a:r>
              <a:t>with better prompts.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Arial"/>
              </a:defRPr>
            </a:pPr>
            <a:r>
              <a:t>They're autonomous systems that</a:t>
            </a:r>
            <a:br/>
            <a:r>
              <a:t>think, decide, and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The difference between assistance and</a:t>
            </a:r>
            <a:br/>
            <a:r>
              <a:t>actual collaboration.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What AI Agents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Break complex tasks into sub-tasks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Call external tools and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Make decisions based on real-time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Learn from outcomes and adjust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7315200"/>
            <a:ext cx="9144000" cy="0"/>
          </a:xfrm>
          <a:prstGeom prst="line">
            <a:avLst/>
          </a:prstGeom>
          <a:ln w="12700">
            <a:solidFill>
              <a:srgbClr val="9C9C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They don't just respond. They operate.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In Production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Intelligent Document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Agents that read, classify, and route documents</a:t>
            </a:r>
            <a:br/>
            <a:r>
              <a:t>to the right teams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Self-Optimizing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Pipelines that detect issues, roll back,</a:t>
            </a:r>
            <a:br/>
            <a:r>
              <a:t>and retry without human intervention.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Automated Customer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Agents that resolve issues, escalate intelligently,</a:t>
            </a:r>
            <a:br/>
            <a:r>
              <a:t>and learn from every interaction.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The Paradigm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4389120" cy="36576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4444"/>
                </a:solidFill>
                <a:latin typeface="Arial"/>
              </a:defRPr>
            </a:pPr>
            <a:r>
              <a:t>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Assists with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Requires prompting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Human makes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3200400"/>
            <a:ext cx="4389120" cy="36576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33832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D4FF"/>
                </a:solidFill>
                <a:latin typeface="Arial"/>
              </a:defRPr>
            </a:pPr>
            <a:r>
              <a:t>COLLEAGUE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114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Owns entire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754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Initiates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5394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Makes decisions autonomously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9C9CA1"/>
                </a:solidFill>
                <a:latin typeface="Arial"/>
              </a:defRPr>
            </a:pPr>
            <a:r>
              <a:t>Organizations that figure out</a:t>
            </a:r>
            <a:br/>
            <a:r>
              <a:t>human-AI collaboration first</a:t>
            </a:r>
            <a:br/>
            <a:r>
              <a:t>won't just be more efficient.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D4FF"/>
                </a:solidFill>
                <a:latin typeface="Arial"/>
              </a:defRPr>
            </a:pPr>
            <a:r>
              <a:t>They'll operate in a</a:t>
            </a:r>
            <a:br/>
            <a:r>
              <a:t>fundamentally different way</a:t>
            </a:r>
            <a:br/>
            <a:r>
              <a:t>than their competitors.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Human +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9C9CA1"/>
                </a:solidFill>
                <a:latin typeface="Arial"/>
              </a:defRPr>
            </a:pPr>
            <a:r>
              <a:t>Humans set the goals</a:t>
            </a:r>
            <a:br/>
            <a:r>
              <a:t>AI executes the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9C9CA1"/>
                </a:solidFill>
                <a:latin typeface="Arial"/>
              </a:defRPr>
            </a:pPr>
            <a:r>
              <a:t>Humans handle exceptions</a:t>
            </a:r>
            <a:br/>
            <a:r>
              <a:t>AI manages the routine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9C9CA1"/>
                </a:solidFill>
                <a:latin typeface="Arial"/>
              </a:defRPr>
            </a:pPr>
            <a:r>
              <a:t>Humans make judgment calls</a:t>
            </a:r>
            <a:br/>
            <a:r>
              <a:t>AI provides the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Arial"/>
              </a:defRPr>
            </a:pPr>
            <a:r>
              <a:t>The best results come from collaboration.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The Window 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Early adopters are already deploying</a:t>
            </a:r>
            <a:br/>
            <a:r>
              <a:t>agentic systems in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Arial"/>
              </a:defRPr>
            </a:pPr>
            <a:r>
              <a:t>By 2027, this will be</a:t>
            </a:r>
            <a:br/>
            <a:r>
              <a:t>table stakes.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The question isn't if — it's when and how.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Agentic AI operates autonomously, not just assists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It's the biggest shift since cloud computing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891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Human-AI collaboration is the competitive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Early movers will define the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How is your organization</a:t>
            </a:r>
            <a:br/>
            <a:r>
              <a:t>thinking about</a:t>
            </a:r>
            <a:br/>
            <a:r>
              <a:t>agentic AI?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7315200"/>
            <a:ext cx="4572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Share your approach below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💬 Drop your answer in the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🔖 Save this for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52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👤 Follow for more AI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