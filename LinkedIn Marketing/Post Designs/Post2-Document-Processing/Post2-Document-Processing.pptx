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640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AI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Arial"/>
              </a:defRPr>
            </a:pPr>
            <a:r>
              <a:t>Document</a:t>
            </a:r>
            <a:br/>
            <a:r>
              <a:t>Processing</a:t>
            </a:r>
            <a:br/>
            <a:r>
              <a:t>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9C9CA1"/>
                </a:solidFill>
                <a:latin typeface="Arial"/>
              </a:defRPr>
            </a:pPr>
            <a:r>
              <a:t>How one AI system turned thousands of manual</a:t>
            </a:r>
            <a:br/>
            <a:r>
              <a:t>documents per day into a competitive advantage.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858000"/>
            <a:ext cx="4389120" cy="2743200"/>
          </a:xfrm>
          <a:prstGeom prst="rect">
            <a:avLst/>
          </a:prstGeom>
          <a:solidFill>
            <a:srgbClr val="1A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7040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4444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77724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Manual. Slow.</a:t>
            </a:r>
            <a:br/>
            <a:r>
              <a:t>Error-prone.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6858000"/>
            <a:ext cx="4389120" cy="27432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7040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D4FF"/>
                </a:solidFill>
                <a:latin typeface="Arial"/>
              </a:defRPr>
            </a:pPr>
            <a:r>
              <a:t>AFTER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777240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Arial"/>
              </a:defRPr>
            </a:pPr>
            <a:r>
              <a:t>Automated. Fast.</a:t>
            </a:r>
            <a:br/>
            <a:r>
              <a:t>99.5% accurate.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Errors were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Bottlenecks were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People were burning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Costs were spiraling upward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7315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A Fortune 500 company was manually processing</a:t>
            </a:r>
            <a:br/>
            <a:r>
              <a:t>thousands of documents every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Python + TensorFlow for ML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AWS Lambda for serverless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Custom ML pipelines for document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FFFFFF"/>
                </a:solidFill>
                <a:latin typeface="Arial"/>
              </a:defRPr>
            </a:pPr>
            <a:r>
              <a:t>Real-time validation and error handling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7315200"/>
            <a:ext cx="9144000" cy="0"/>
          </a:xfrm>
          <a:prstGeom prst="line">
            <a:avLst/>
          </a:prstGeom>
          <a:ln w="12700">
            <a:solidFill>
              <a:srgbClr val="9C9C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An AI document processing system was built</a:t>
            </a:r>
            <a:br/>
            <a:r>
              <a:t>to handle the workload.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50K+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documents processed daily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From thousands manually to tens of thousands</a:t>
            </a:r>
            <a:br/>
            <a:r>
              <a:t>automatically — without adding headcount.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Production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accuracy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Higher accuracy than manual processing,</a:t>
            </a:r>
            <a:br/>
            <a:r>
              <a:t>with real-time validation catching edge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Quality assurance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reduction in processing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Tasks that took hours now complete in minutes.</a:t>
            </a:r>
            <a:br/>
            <a:r>
              <a:t>People can focus on work that requires judgment.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Efficiency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0" b="1" i="0">
                <a:solidFill>
                  <a:srgbClr val="00D4FF"/>
                </a:solidFill>
                <a:latin typeface="Arial"/>
              </a:defRPr>
            </a:pPr>
            <a:r>
              <a:t>400%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ROI within the first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The investment paid for itself four times over</a:t>
            </a:r>
            <a:br/>
            <a:r>
              <a:t>before the first anniversary.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9C9CA1"/>
                </a:solidFill>
                <a:latin typeface="Arial"/>
              </a:defRPr>
            </a:pPr>
            <a:r>
              <a:t>—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The Real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9C9CA1"/>
                </a:solidFill>
                <a:latin typeface="Arial"/>
              </a:defRPr>
            </a:pPr>
            <a:r>
              <a:t>Hundreds of hours returned to people</a:t>
            </a:r>
            <a:br/>
            <a:r>
              <a:t>who can now focus on work that</a:t>
            </a:r>
            <a:br/>
            <a:r>
              <a:t>actually requires human judgment.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7772400"/>
            <a:ext cx="9144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8686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rial"/>
              </a:defRPr>
            </a:pPr>
            <a:r>
              <a:t>Automation isn't about</a:t>
            </a:r>
            <a:br/>
            <a:r>
              <a:t>replacing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00D4FF"/>
                </a:solidFill>
                <a:latin typeface="Arial"/>
              </a:defRPr>
            </a:pPr>
            <a:r>
              <a:t>It's about freeing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Document processing is a high-ROI automation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AI accuracy can exceed manual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3891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The technology is mature and production-ready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D4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035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FFFFFF"/>
                </a:solidFill>
                <a:latin typeface="Arial"/>
              </a:defRPr>
            </a:pPr>
            <a:r>
              <a:t>ROI compounds over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2344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9C9CA1"/>
                </a:solidFill>
                <a:latin typeface="Arial"/>
              </a:defRPr>
            </a:pPr>
            <a:r>
              <a:t>SWIPE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57200"/>
            <a:ext cx="914400" cy="0"/>
          </a:xfrm>
          <a:prstGeom prst="line">
            <a:avLst/>
          </a:prstGeom>
          <a:ln w="508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0" y="457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9C9CA1"/>
                </a:solidFill>
                <a:latin typeface="Arial"/>
              </a:defRPr>
            </a:pPr>
            <a:r>
              <a:t>10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Arial"/>
              </a:defRPr>
            </a:pPr>
            <a:r>
              <a:t>What manual process in</a:t>
            </a:r>
            <a:br/>
            <a:r>
              <a:t>your organization is</a:t>
            </a:r>
            <a:br/>
            <a:r>
              <a:t>overdue for automation?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7315200"/>
            <a:ext cx="4572000" cy="0"/>
          </a:xfrm>
          <a:prstGeom prst="line">
            <a:avLst/>
          </a:prstGeom>
          <a:ln w="254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7772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00D4FF"/>
                </a:solidFill>
                <a:latin typeface="Arial"/>
              </a:defRPr>
            </a:pPr>
            <a:r>
              <a:t>Share your bottlenecks below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💬 Drop your answer in the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789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🔖 Save this for later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521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9C9CA1"/>
                </a:solidFill>
                <a:latin typeface="Arial"/>
              </a:defRPr>
            </a:pPr>
            <a:r>
              <a:t>👤 Follow for more AI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