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D4FF"/>
                </a:solidFill>
                <a:latin typeface="Arial"/>
              </a:defRPr>
            </a:pPr>
            <a:r>
              <a:t>AI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 i="0">
                <a:solidFill>
                  <a:srgbClr val="FFFFFF"/>
                </a:solidFill>
                <a:latin typeface="Arial"/>
              </a:defRPr>
            </a:pPr>
            <a:r>
              <a:t>Why Most</a:t>
            </a:r>
            <a:br/>
            <a:r>
              <a:t>AI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FF4444"/>
                </a:solidFill>
                <a:latin typeface="Arial"/>
              </a:defRPr>
            </a:pPr>
            <a:r>
              <a:t>Fail.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9C9CA1"/>
                </a:solidFill>
                <a:latin typeface="Arial"/>
              </a:defRPr>
            </a:pPr>
            <a:r>
              <a:t>80% of AI projects never make it to production.</a:t>
            </a:r>
            <a:br/>
            <a:r>
              <a:t>Not because the technology doesn't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Arial"/>
              </a:defRPr>
            </a:pPr>
            <a:r>
              <a:t>Because teams skip the fundamentals.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0" b="1" i="0">
                <a:solidFill>
                  <a:srgbClr val="00D4FF"/>
                </a:solidFill>
                <a:latin typeface="Arial"/>
              </a:defRPr>
            </a:pPr>
            <a:r>
              <a:t>80%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9C9CA1"/>
                </a:solidFill>
                <a:latin typeface="Arial"/>
              </a:defRPr>
            </a:pPr>
            <a:r>
              <a:t>of AI projects never make it</a:t>
            </a:r>
            <a:br/>
            <a:r>
              <a:t>to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The technology works. The execution doesn't.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C9CA1"/>
                </a:solidFill>
                <a:latin typeface="Arial"/>
              </a:defRPr>
            </a:pPr>
            <a:r>
              <a:t>— Industry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00D4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Starting with technology,</a:t>
            </a:r>
            <a:br/>
            <a:r>
              <a:t>not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9C9CA1"/>
                </a:solidFill>
                <a:latin typeface="Arial"/>
              </a:defRPr>
            </a:pPr>
            <a:r>
              <a:t>Teams get excited about ML models and forget</a:t>
            </a:r>
            <a:br/>
            <a:r>
              <a:t>to ask: what business problem are we solving?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00D4FF"/>
                </a:solidFill>
                <a:latin typeface="Arial"/>
              </a:defRPr>
            </a:pPr>
            <a:r>
              <a:t>The algorithm should follow the outcome,</a:t>
            </a:r>
            <a:br/>
            <a:r>
              <a:t>not the other way around.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00D4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Underestimating data</a:t>
            </a:r>
            <a:br/>
            <a:r>
              <a:t>quality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9C9CA1"/>
                </a:solidFill>
                <a:latin typeface="Arial"/>
              </a:defRPr>
            </a:pPr>
            <a:r>
              <a:t>Garbage in, garbage out. The best model trained</a:t>
            </a:r>
            <a:br/>
            <a:r>
              <a:t>on bad data produces bad results. Every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00D4FF"/>
                </a:solidFill>
                <a:latin typeface="Arial"/>
              </a:defRPr>
            </a:pPr>
            <a:r>
              <a:t>Data preparation isn't glamorous,</a:t>
            </a:r>
            <a:br/>
            <a:r>
              <a:t>but it's where projects succeed or fail.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00D4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Building in isolation</a:t>
            </a:r>
            <a:br/>
            <a:r>
              <a:t>from end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9C9CA1"/>
                </a:solidFill>
                <a:latin typeface="Arial"/>
              </a:defRPr>
            </a:pPr>
            <a:r>
              <a:t>AI systems built by data scientists without</a:t>
            </a:r>
            <a:br/>
            <a:r>
              <a:t>input from the people who'll use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00D4FF"/>
                </a:solidFill>
                <a:latin typeface="Arial"/>
              </a:defRPr>
            </a:pPr>
            <a:r>
              <a:t>User adoption kills more AI projects</a:t>
            </a:r>
            <a:br/>
            <a:r>
              <a:t>than technical limitations.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00D4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Optimizing for accuracy</a:t>
            </a:r>
            <a:br/>
            <a:r>
              <a:t>without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9C9CA1"/>
                </a:solidFill>
                <a:latin typeface="Arial"/>
              </a:defRPr>
            </a:pPr>
            <a:r>
              <a:t>A model that's 99% accurate but takes 30 seconds</a:t>
            </a:r>
            <a:br/>
            <a:r>
              <a:t>is useless for real-time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00D4FF"/>
                </a:solidFill>
                <a:latin typeface="Arial"/>
              </a:defRPr>
            </a:pPr>
            <a:r>
              <a:t>Latency, cost, and scale matter as much as</a:t>
            </a:r>
            <a:br/>
            <a:r>
              <a:t>model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The Question That</a:t>
            </a:r>
            <a:br/>
            <a:r>
              <a:t>Changes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1">
                <a:solidFill>
                  <a:srgbClr val="00D4FF"/>
                </a:solidFill>
                <a:latin typeface="Arial"/>
              </a:defRPr>
            </a:pPr>
            <a:r>
              <a:t>"What decision does this system</a:t>
            </a:r>
            <a:br/>
            <a:r>
              <a:t>need to make, and what happens</a:t>
            </a:r>
            <a:br/>
            <a:r>
              <a:t>if it gets it wrong?"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This single question shapes:</a:t>
            </a:r>
            <a:br/>
            <a:r>
              <a:t>Model selection • Training data • Confidence thresholds</a:t>
            </a:r>
            <a:br/>
            <a:r>
              <a:t>Fallback mechanisms • Human-in-the-loop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Arial"/>
              </a:defRPr>
            </a:pPr>
            <a:r>
              <a:t>AI that ships is AI</a:t>
            </a:r>
            <a:br/>
            <a:r>
              <a:t>that's built backwards</a:t>
            </a:r>
            <a:br/>
            <a:r>
              <a:t>from the business outcome.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00D4FF"/>
                </a:solidFill>
                <a:latin typeface="Arial"/>
              </a:defRPr>
            </a:pPr>
            <a:r>
              <a:t>Not forward from</a:t>
            </a:r>
            <a:br/>
            <a:r>
              <a:t>the algorithm.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9C9CA1"/>
                </a:solidFill>
                <a:latin typeface="Arial"/>
              </a:defRPr>
            </a:pPr>
            <a:r>
              <a:t>Start with the outcome. Work back to the tech.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09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Start with the problem, not the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747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Data quality determines your ceiling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3891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Include end users from day 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035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Balance accuracy with real-world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10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What's the biggest lesson</a:t>
            </a:r>
            <a:br/>
            <a:r>
              <a:t>you've learned from an</a:t>
            </a:r>
            <a:br/>
            <a:r>
              <a:t>AI project?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7315200"/>
            <a:ext cx="457200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7772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Share your experience below 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💬 Drop your answer in the comments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789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🔖 Save this for later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521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👤 Follow for more AI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