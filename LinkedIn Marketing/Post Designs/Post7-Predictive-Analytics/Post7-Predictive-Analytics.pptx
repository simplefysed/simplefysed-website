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D4FF"/>
                </a:solidFill>
                <a:latin typeface="Arial"/>
              </a:defRPr>
            </a:pPr>
            <a:r>
              <a:t>PREDICTIVE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FFFFFF"/>
                </a:solidFill>
                <a:latin typeface="Arial"/>
              </a:defRPr>
            </a:pPr>
            <a:r>
              <a:t>From Hindsight</a:t>
            </a:r>
            <a:br/>
            <a:r>
              <a:t>to Foresight.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Most businesses run on dashboards</a:t>
            </a:r>
            <a:br/>
            <a:r>
              <a:t>that show what happened yesterday.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D4FF"/>
                </a:solidFill>
                <a:latin typeface="Arial"/>
              </a:defRPr>
            </a:pPr>
            <a:r>
              <a:t>Predictive analytics shows</a:t>
            </a:r>
            <a:br/>
            <a:r>
              <a:t>what's about to happen tomorrow.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Arial"/>
              </a:defRPr>
            </a:pPr>
            <a:r>
              <a:t>The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A route optimization system for a</a:t>
            </a:r>
            <a:br/>
            <a:r>
              <a:t>logistics company that processes: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0D4FF"/>
                </a:solidFill>
                <a:latin typeface="Arial"/>
              </a:defRPr>
            </a:pPr>
            <a:r>
              <a:t>1,000,000+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 i="0">
                <a:solidFill>
                  <a:srgbClr val="FFFFFF"/>
                </a:solidFill>
                <a:latin typeface="Arial"/>
              </a:defRPr>
            </a:pPr>
            <a:r>
              <a:t>routes daily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9C9CA1"/>
                </a:solidFill>
                <a:latin typeface="Arial"/>
              </a:defRPr>
            </a:pPr>
            <a:r>
              <a:t>At a scale no human team could manage.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Arial"/>
              </a:defRPr>
            </a:pPr>
            <a:r>
              <a:t>Not Just Reacting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Predicts congestion before it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Anticipates weather disruptions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Forecasts demand spikes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Optimizes in real-time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7315200"/>
            <a:ext cx="9144000" cy="0"/>
          </a:xfrm>
          <a:prstGeom prst="line">
            <a:avLst/>
          </a:prstGeom>
          <a:ln w="12700">
            <a:solidFill>
              <a:srgbClr val="9C9C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7772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It doesn't just react to traffic.</a:t>
            </a:r>
            <a:br/>
            <a:r>
              <a:t>It sees the future.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0" b="1" i="0">
                <a:solidFill>
                  <a:srgbClr val="00D4FF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cost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By optimizing routes before problems occur,</a:t>
            </a:r>
            <a:br/>
            <a:r>
              <a:t>not after they've already cost money.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C9CA1"/>
                </a:solidFill>
                <a:latin typeface="Arial"/>
              </a:defRPr>
            </a:pPr>
            <a:r>
              <a:t>— Financial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0" b="1" i="0">
                <a:solidFill>
                  <a:srgbClr val="00D4FF"/>
                </a:solidFill>
                <a:latin typeface="Arial"/>
              </a:defRPr>
            </a:pPr>
            <a:r>
              <a:t>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faster deliveries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Customers get their packages sooner.</a:t>
            </a:r>
            <a:br/>
            <a:r>
              <a:t>Satisfaction scores go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C9CA1"/>
                </a:solidFill>
                <a:latin typeface="Arial"/>
              </a:defRPr>
            </a:pPr>
            <a:r>
              <a:t>— Operations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The Analytics Shift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4389120" cy="365760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4444"/>
                </a:solidFill>
                <a:latin typeface="Arial"/>
              </a:defRPr>
            </a:pPr>
            <a:r>
              <a:t>DESCRIPTIVE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Arial"/>
              </a:defRPr>
            </a:pPr>
            <a:r>
              <a:t>• What happened?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Arial"/>
              </a:defRPr>
            </a:pPr>
            <a:r>
              <a:t>• Historical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Arial"/>
              </a:defRPr>
            </a:pPr>
            <a:r>
              <a:t>• Reactive decisions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3200400"/>
            <a:ext cx="4389120" cy="36576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33832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D4FF"/>
                </a:solidFill>
                <a:latin typeface="Arial"/>
              </a:defRPr>
            </a:pPr>
            <a:r>
              <a:t>PREDICTIVE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41148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Arial"/>
              </a:defRPr>
            </a:pPr>
            <a:r>
              <a:t>• What will happen?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47548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Arial"/>
              </a:defRPr>
            </a:pPr>
            <a:r>
              <a:t>• Forward-looking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53949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Arial"/>
              </a:defRPr>
            </a:pPr>
            <a:r>
              <a:t>• Proactive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Arial"/>
              </a:defRPr>
            </a:pPr>
            <a:r>
              <a:t>How It Changes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4444"/>
                </a:solidFill>
                <a:latin typeface="Arial"/>
              </a:defRPr>
            </a:pPr>
            <a:r>
              <a:t>Reactive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20040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2004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00D4FF"/>
                </a:solidFill>
                <a:latin typeface="Arial"/>
              </a:defRPr>
            </a:pPr>
            <a:r>
              <a:t>Predictive 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4444"/>
                </a:solidFill>
                <a:latin typeface="Arial"/>
              </a:defRPr>
            </a:pPr>
            <a:r>
              <a:t>Historical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57200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5720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00D4FF"/>
                </a:solidFill>
                <a:latin typeface="Arial"/>
              </a:defRPr>
            </a:pPr>
            <a:r>
              <a:t>Forward-looking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4444"/>
                </a:solidFill>
                <a:latin typeface="Arial"/>
              </a:defRPr>
            </a:pPr>
            <a:r>
              <a:t>Gut-feel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94360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59436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00D4FF"/>
                </a:solidFill>
                <a:latin typeface="Arial"/>
              </a:defRPr>
            </a:pPr>
            <a:r>
              <a:t>Data-driven forecasting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7772400"/>
            <a:ext cx="9144000" cy="0"/>
          </a:xfrm>
          <a:prstGeom prst="line">
            <a:avLst/>
          </a:prstGeom>
          <a:ln w="12700">
            <a:solidFill>
              <a:srgbClr val="9C9C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8686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9C9CA1"/>
                </a:solidFill>
                <a:latin typeface="Arial"/>
              </a:defRPr>
            </a:pPr>
            <a:r>
              <a:t>The data most companies need already exists.</a:t>
            </a:r>
            <a:br/>
            <a:r>
              <a:t>The gap is in the models and infrastructure</a:t>
            </a:r>
            <a:br/>
            <a:r>
              <a:t>to turn that data into foresight.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Arial"/>
              </a:defRPr>
            </a:pPr>
            <a:r>
              <a:t>What would change in</a:t>
            </a:r>
            <a:br/>
            <a:r>
              <a:t>your business if you could</a:t>
            </a:r>
            <a:br/>
            <a:r>
              <a:t>predict problems before</a:t>
            </a:r>
            <a:br/>
            <a:r>
              <a:t>they happened?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7772400"/>
            <a:ext cx="91440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8686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00D4FF"/>
                </a:solidFill>
                <a:latin typeface="Arial"/>
              </a:defRPr>
            </a:pPr>
            <a:r>
              <a:t>That's the power of</a:t>
            </a:r>
            <a:br/>
            <a:r>
              <a:t>predictive analytics.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Predictive beats reactive every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74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Your data already contains the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3891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ROI comes from preventing problems, not fixing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035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The infrastructure is ready — are you?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What would change in your</a:t>
            </a:r>
            <a:br/>
            <a:r>
              <a:t>business if you could predict</a:t>
            </a:r>
            <a:br/>
            <a:r>
              <a:t>problems before they happened?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7315200"/>
            <a:ext cx="45720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772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Share your vision below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💬 Drop your answer in the comments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789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🔖 Save this for later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521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👤 Follow for more AI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