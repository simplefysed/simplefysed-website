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D4FF"/>
                </a:solidFill>
                <a:latin typeface="Arial"/>
              </a:defRPr>
            </a:pPr>
            <a:r>
              <a:t>NLP IN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FFFFFF"/>
                </a:solidFill>
                <a:latin typeface="Arial"/>
              </a:defRPr>
            </a:pPr>
            <a:r>
              <a:t>Beyond</a:t>
            </a:r>
            <a:br/>
            <a:r>
              <a:t>Chatbots.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9C9CA1"/>
                </a:solidFill>
                <a:latin typeface="Arial"/>
              </a:defRPr>
            </a:pPr>
            <a:r>
              <a:t>Natural Language Processing has moved</a:t>
            </a:r>
            <a:br/>
            <a:r>
              <a:t>far beyond chatbots.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Here's where NLP is creating</a:t>
            </a:r>
            <a:br/>
            <a:r>
              <a:t>real business value in 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 i="0">
                <a:solidFill>
                  <a:srgbClr val="00D4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Contract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9C9CA1"/>
                </a:solidFill>
                <a:latin typeface="Arial"/>
              </a:defRPr>
            </a:pPr>
            <a:r>
              <a:t>Extracting key clauses, obligations,</a:t>
            </a:r>
            <a:br/>
            <a:r>
              <a:t>and risks from thousands of legal</a:t>
            </a:r>
            <a:br/>
            <a:r>
              <a:t>documents in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00D4FF"/>
                </a:solidFill>
                <a:latin typeface="Arial"/>
              </a:defRPr>
            </a:pPr>
            <a:r>
              <a:t>What took legal teams weeks</a:t>
            </a:r>
            <a:br/>
            <a:r>
              <a:t>now takes AI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 i="0">
                <a:solidFill>
                  <a:srgbClr val="00D4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Sentiment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9C9CA1"/>
                </a:solidFill>
                <a:latin typeface="Arial"/>
              </a:defRPr>
            </a:pPr>
            <a:r>
              <a:t>Real-time brand perception monitoring</a:t>
            </a:r>
            <a:br/>
            <a:r>
              <a:t>across every channel.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00D4FF"/>
                </a:solidFill>
                <a:latin typeface="Arial"/>
              </a:defRPr>
            </a:pPr>
            <a:r>
              <a:t>Know what customers think</a:t>
            </a:r>
            <a:br/>
            <a:r>
              <a:t>before they tell you directly.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 i="0">
                <a:solidFill>
                  <a:srgbClr val="00D4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Knowledge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9C9CA1"/>
                </a:solidFill>
                <a:latin typeface="Arial"/>
              </a:defRPr>
            </a:pPr>
            <a:r>
              <a:t>Converting unstructured data into</a:t>
            </a:r>
            <a:br/>
            <a:r>
              <a:t>structured, searchable intelligence.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Emails →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Reports → Knowledge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Transcripts → Action items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 i="0">
                <a:solidFill>
                  <a:srgbClr val="00D4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Multilingual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9C9CA1"/>
                </a:solidFill>
                <a:latin typeface="Arial"/>
              </a:defRPr>
            </a:pPr>
            <a:r>
              <a:t>Enabling global teams to work</a:t>
            </a:r>
            <a:br/>
            <a:r>
              <a:t>seamlessly across languages.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00D4FF"/>
                </a:solidFill>
                <a:latin typeface="Arial"/>
              </a:defRPr>
            </a:pPr>
            <a:r>
              <a:t>Real-time translation that preserves</a:t>
            </a:r>
            <a:br/>
            <a:r>
              <a:t>context, nuance, and intent.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 i="0">
                <a:solidFill>
                  <a:srgbClr val="00D4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Compliance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9C9CA1"/>
                </a:solidFill>
                <a:latin typeface="Arial"/>
              </a:defRPr>
            </a:pPr>
            <a:r>
              <a:t>Automatically flagging regulatory risks</a:t>
            </a:r>
            <a:br/>
            <a:r>
              <a:t>in communications.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00D4FF"/>
                </a:solidFill>
                <a:latin typeface="Arial"/>
              </a:defRPr>
            </a:pPr>
            <a:r>
              <a:t>Catch issues before regulators do.</a:t>
            </a:r>
            <a:br/>
            <a:r>
              <a:t>Protect the organization proactively.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The Most Underrated</a:t>
            </a:r>
            <a:br/>
            <a:r>
              <a:t>Application?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0D4FF"/>
                </a:solidFill>
                <a:latin typeface="Arial"/>
              </a:defRPr>
            </a:pPr>
            <a:r>
              <a:t>Internal knowledge</a:t>
            </a:r>
            <a:br/>
            <a:r>
              <a:t>management.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9C9CA1"/>
                </a:solidFill>
                <a:latin typeface="Arial"/>
              </a:defRPr>
            </a:pPr>
            <a:r>
              <a:t>Most organizations have more institutional</a:t>
            </a:r>
            <a:br/>
            <a:r>
              <a:t>knowledge trapped in documents, Slack threads,</a:t>
            </a:r>
            <a:br/>
            <a:r>
              <a:t>and email chains than they realize.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NLP Can: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D4FF"/>
                </a:solidFill>
                <a:latin typeface="Arial"/>
              </a:defRPr>
            </a:pPr>
            <a:r>
              <a:t>→ Surface institutional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D4FF"/>
                </a:solidFill>
                <a:latin typeface="Arial"/>
              </a:defRPr>
            </a:pPr>
            <a:r>
              <a:t>→ Organize it automatically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D4FF"/>
                </a:solidFill>
                <a:latin typeface="Arial"/>
              </a:defRPr>
            </a:pPr>
            <a:r>
              <a:t>→ Make it searchable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D4FF"/>
                </a:solidFill>
                <a:latin typeface="Arial"/>
              </a:defRPr>
            </a:pPr>
            <a:r>
              <a:t>→ Turn it into actionable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9C9CA1"/>
                </a:solidFill>
                <a:latin typeface="Arial"/>
              </a:defRPr>
            </a:pPr>
            <a:r>
              <a:t>No more reinventing the wheel.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09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NLP has evolved far beyond chatbots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747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5 high-value applications are production-ready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3891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Internal knowledge management is underrated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035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Your data already contains the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10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Which NLP application</a:t>
            </a:r>
            <a:br/>
            <a:r>
              <a:t>would create the most value</a:t>
            </a:r>
            <a:br/>
            <a:r>
              <a:t>for your organization?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7315200"/>
            <a:ext cx="457200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7772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Share your thoughts below 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💬 Drop your answer in the comments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789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🔖 Save this for later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521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👤 Follow for more AI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